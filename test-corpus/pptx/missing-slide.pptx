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Layout title text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/>
          <a:lstStyle>
            <a:lvl1pPr>
              <a:buAutoNum type="romanLcPeriod" startAt="3"/>
            </a:lvl1pPr>
          </a:lstStyle>
          <a:p>
            <a:endParaRPr/>
          </a:p>
        </p:txBody>
      </p:sp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xStyles>
    <p:titleStyle>
      <a:lvl1pPr>
        <a:buNone/>
        <a:defRPr/>
      </a:lvl1pPr>
    </p:titleStyle>
    <p:bodyStyle>
      <a:lvl1pPr>
        <a:buChar char="•"/>
        <a:defRPr b="1"/>
      </a:lvl1pPr>
      <a:lvl2pPr>
        <a:buChar char="-"/>
        <a:defRPr i="1"/>
      </a:lvl2pPr>
    </p:bodyStyle>
    <p:otherStyle/>
  </p:txStyles>
</p:sldMaster>
</file>