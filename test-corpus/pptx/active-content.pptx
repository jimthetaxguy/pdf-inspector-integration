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IdLst>
    <p:sldId id="256" r:id="rId1"/>
  </p:sldIdLst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" Target="slides/slide1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/>
        <p:txBody>
          <a:bodyPr/>
          <a:lstStyle/>
          <a:p>
            <a:r>
              <a:t>Layout title text</a:t>
            </a:r>
          </a:p>
        </p:txBody>
      </p:sp>
      <p:sp>
        <p:nvSpPr>
          <p:cNvPr id="3" name="Body"/>
          <p:cNvSpPr/>
          <p:nvPr>
            <p:ph idx="1"/>
          </p:nvPr>
        </p:nvSpPr>
        <p:spPr/>
        <p:txBody>
          <a:bodyPr/>
          <a:lstStyle>
            <a:lvl1pPr>
              <a:buAutoNum type="romanLcPeriod" startAt="3"/>
            </a:lvl1pPr>
          </a:lstStyle>
          <a:p>
            <a:endParaRPr/>
          </a:p>
        </p:txBody>
      </p:sp>
    </p:spTree>
  </p:cSld>
</p:sldLayout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txStyles>
    <p:titleStyle>
      <a:lvl1pPr>
        <a:buNone/>
        <a:defRPr/>
      </a:lvl1pPr>
    </p:titleStyle>
    <p:bodyStyle>
      <a:lvl1pPr>
        <a:buChar char="•"/>
        <a:defRPr b="1"/>
      </a:lvl1pPr>
      <a:lvl2pPr>
        <a:buChar char="-"/>
        <a:defRPr i="1"/>
      </a:lvl2pPr>
    </p:bodyStyle>
    <p:otherStyle/>
  </p:txStyles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ctrTitle"/>
          </p:nvPr>
        </p:nvSpPr>
        <p:spPr/>
        <p:txBody>
          <a:bodyPr/>
          <a:p>
            <a:r>
              <a:t>Inherited Title Slide</a:t>
            </a:r>
          </a:p>
        </p:txBody>
      </p:sp>
      <p:sp>
        <p:nvSpPr>
          <p:cNvPr id="3" name="Content"/>
          <p:cNvSpPr/>
          <p:nvPr>
            <p:ph idx="1"/>
          </p:nvPr>
        </p:nvSpPr>
        <p:spPr/>
        <p:txBody>
          <a:bodyPr/>
          <a:p>
            <a:r>
              <a:t>Roman three bold via master</a:t>
            </a:r>
          </a:p>
          <a:p>
            <a:r>
              <a:t>Roman four </a:t>
            </a:r>
            <a:r>
              <a:rPr b="0"/>
              <a:t>with bold turned off</a:t>
            </a:r>
          </a:p>
          <a:p>
            <a:pPr lvl="1"/>
            <a:r>
              <a:t>Dash bullet italic via master level two</a:t>
            </a:r>
          </a:p>
          <a:p>
            <a:pPr>
              <a:buNone/>
            </a:pPr>
            <a:r>
              <a:t>Plain closing line</a:t>
            </a:r>
          </a:p>
        </p:txBody>
      </p:sp>
    </p:spTree>
  </p:cSld>
</p:sld>
</file>